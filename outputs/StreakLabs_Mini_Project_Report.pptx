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c17d135d70942a3" /><Relationship Type="http://schemas.openxmlformats.org/officeDocument/2006/relationships/extended-properties" Target="/docProps/app.xml" Id="R25967db26e8f4104" /><Relationship Type="http://schemas.openxmlformats.org/officeDocument/2006/relationships/officeDocument" Target="/ppt/presentation.xml" Id="R37fa53f7f8cd4c8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2a5b214b5b14ce4"/>
  </p:sldMasterIdLst>
  <p:notesMasterIdLst>
    <p:notesMasterId xmlns:r="http://schemas.openxmlformats.org/officeDocument/2006/relationships" r:id="R336cbd9066df4451"/>
  </p:notesMasterIdLst>
  <p:sldIdLst>
    <p:sldId xmlns:r="http://schemas.openxmlformats.org/officeDocument/2006/relationships" id="256" r:id="R40d43118378948ee"/>
    <p:sldId xmlns:r="http://schemas.openxmlformats.org/officeDocument/2006/relationships" id="257" r:id="Re1caf0c48bf64bb9"/>
    <p:sldId xmlns:r="http://schemas.openxmlformats.org/officeDocument/2006/relationships" id="258" r:id="R9ff892ce32cc4494"/>
    <p:sldId xmlns:r="http://schemas.openxmlformats.org/officeDocument/2006/relationships" id="259" r:id="R7314b88f4c5c4dc4"/>
    <p:sldId xmlns:r="http://schemas.openxmlformats.org/officeDocument/2006/relationships" id="260" r:id="R3f559d878c6042ae"/>
  </p:sldIdLst>
  <p:sldSz cx="12192000" cy="6858000"/>
  <p:notesSz cx="6858000" cy="9144000"/>
  <p:defaultTextStyle>
    <a:defPPr xmlns:a="http://schemas.openxmlformats.org/drawingml/2006/main">
      <a:buNone/>
    </a:defPPr>
    <a:lvl1pPr xmlns:a="http://schemas.openxmlformats.org/drawingml/2006/main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1pPr>
    <a:lvl2pPr xmlns:a="http://schemas.openxmlformats.org/drawingml/2006/main" marL="4572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2pPr>
    <a:lvl3pPr xmlns:a="http://schemas.openxmlformats.org/drawingml/2006/main" marL="9144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3pPr>
    <a:lvl4pPr xmlns:a="http://schemas.openxmlformats.org/drawingml/2006/main" marL="13716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4pPr>
    <a:lvl5pPr xmlns:a="http://schemas.openxmlformats.org/drawingml/2006/main" marL="1828800" algn="l" defTabSz="457200">
      <a:spcBef>
        <a:spcPct val="0"/>
      </a:spcBef>
      <a:spcAft>
        <a:spcPct val="0"/>
      </a:spcAft>
      <a:buNone/>
      <a:defRPr kern="1200">
        <a:solidFill>
          <a:schemeClr val="tx1"/>
        </a:solidFill>
        <a:latin typeface="Calibri"/>
        <a:ea typeface="Calibri"/>
        <a:cs typeface="Calibri"/>
      </a:defRPr>
    </a:lvl5pPr>
    <a:lvl6pPr xmlns:a="http://schemas.openxmlformats.org/drawingml/2006/main" marL="22860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6pPr>
    <a:lvl7pPr xmlns:a="http://schemas.openxmlformats.org/drawingml/2006/main" marL="27432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7pPr>
    <a:lvl8pPr xmlns:a="http://schemas.openxmlformats.org/drawingml/2006/main" marL="32004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8pPr>
    <a:lvl9pPr xmlns:a="http://schemas.openxmlformats.org/drawingml/2006/main" marL="3657600" algn="l" defTabSz="914400">
      <a:buNone/>
      <a:defRPr kern="1200">
        <a:solidFill>
          <a:schemeClr val="tx1"/>
        </a:solidFill>
        <a:latin typeface="Calibri"/>
        <a:ea typeface="Calibri"/>
        <a:cs typeface="Calibri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a245812b89c4f55" /><Relationship Type="http://schemas.openxmlformats.org/officeDocument/2006/relationships/slideMaster" Target="/ppt/slideMasters/slideMaster1.xml" Id="R52a5b214b5b14ce4" /><Relationship Type="http://schemas.openxmlformats.org/officeDocument/2006/relationships/notesMaster" Target="/ppt/notesMasters/notesMaster1.xml" Id="R336cbd9066df4451" /><Relationship Type="http://schemas.openxmlformats.org/officeDocument/2006/relationships/presProps" Target="/ppt/presProps.xml" Id="Rbe319016cd824395" /><Relationship Type="http://schemas.openxmlformats.org/officeDocument/2006/relationships/viewProps" Target="/ppt/viewProps.xml" Id="Rd907ffec3e634fa7" /><Relationship Type="http://schemas.openxmlformats.org/officeDocument/2006/relationships/tableStyles" Target="/ppt/tableStyles.xml" Id="R0f13cca1ca5d4f59" /><Relationship Type="http://schemas.openxmlformats.org/officeDocument/2006/relationships/slide" Target="/ppt/slides/slide1.xml" Id="R40d43118378948ee" /><Relationship Type="http://schemas.openxmlformats.org/officeDocument/2006/relationships/slide" Target="/ppt/slides/slide2.xml" Id="Re1caf0c48bf64bb9" /><Relationship Type="http://schemas.openxmlformats.org/officeDocument/2006/relationships/slide" Target="/ppt/slides/slide3.xml" Id="R9ff892ce32cc4494" /><Relationship Type="http://schemas.openxmlformats.org/officeDocument/2006/relationships/slide" Target="/ppt/slides/slide4.xml" Id="R7314b88f4c5c4dc4" /><Relationship Type="http://schemas.openxmlformats.org/officeDocument/2006/relationships/slide" Target="/ppt/slides/slide5.xml" Id="R3f559d878c6042a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3bef245793a4ec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9a45add89774fd3" /><Relationship Type="http://schemas.openxmlformats.org/officeDocument/2006/relationships/notesMaster" Target="/ppt/notesMasters/notesMaster1.xml" Id="R370bf2682b3d413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34b4a0af6b4583" /><Relationship Type="http://schemas.openxmlformats.org/officeDocument/2006/relationships/notesMaster" Target="/ppt/notesMasters/notesMaster1.xml" Id="Rd188fbe7882d4d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f3dd713b270f4a33" /><Relationship Type="http://schemas.openxmlformats.org/officeDocument/2006/relationships/notesMaster" Target="/ppt/notesMasters/notesMaster1.xml" Id="R58eaca94ce6f48f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6ed419b292048e8" /><Relationship Type="http://schemas.openxmlformats.org/officeDocument/2006/relationships/notesMaster" Target="/ppt/notesMasters/notesMaster1.xml" Id="Rd75c86009d564efa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f392ca67eb34470" /><Relationship Type="http://schemas.openxmlformats.org/officeDocument/2006/relationships/notesMaster" Target="/ppt/notesMasters/notesMaster1.xml" Id="Ra0b893550a494c4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spcBef>
                <a:spcPct val="0"/>
              </a:spcBef>
              <a:buNone/>
            </a:pPr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941089b5084d17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d4b95a0285f48e2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1755c4f2d4b49a8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ba335f3c6684e81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39ffff0de424c43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71f19ab58e4c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bdf0f96cf5e4576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f6b6d7f85814134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5753e70eaa54e9a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eaa777fc784f22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5ae70624f754c4f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C6DAF89-4CCE-4B65-8628-81D41FC8D0EF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914400" y="2130428"/>
            <a:ext cx="103632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5F53E903-B3E5-4C70-AB09-C1D718875465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886200"/>
            <a:ext cx="8534400" cy="1752600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r>
              <a:t>Click to edit Master subtitle style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15A7A8-688E-46E5-9298-14A36102868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60792E3-D524-454C-8AFD-A91972900BCB}" type="datetime1">
              <a:t>7/27/2026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29228E81-ABC4-4CD2-9A58-EB56A5841A7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D09965C-7D12-46EC-8EC3-45488ED4980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5B7E1BAA-A38D-40DE-B22C-DF9BD7D82058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0D1F5E8-B697-48B2-8D4A-43B7033A9C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0198C721-993A-414F-9DE1-000149D4B2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520908D-A0E2-4910-91A4-7FD3E1EE64C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08B7524-32A2-4C20-A58C-BC3BAA1042FC}" type="datetime1">
              <a:t>7/27/2026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BB0A77A9-2EF7-40E4-8128-28066F81484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11FE0EF-D545-48CB-A9AF-BB59FD485092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77C3CE7-23F7-4828-823C-E0205DF2C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E535F57-56F9-4FE1-98F9-22758117F12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963084" y="4406903"/>
            <a:ext cx="10363200" cy="1362075"/>
          </a:xfrm>
        </p:spPr>
        <p:txBody>
          <a:bodyPr xmlns:a="http://schemas.openxmlformats.org/drawingml/2006/main" anchor="t"/>
          <a:lstStyle xmlns:a="http://schemas.openxmlformats.org/drawingml/2006/main">
            <a:lvl1pPr algn="l">
              <a:buNone/>
              <a:defRPr sz="4000" b="1" cap="all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2302F7EF-FD2C-4FC1-ACCD-9F803E947799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963084" y="2906713"/>
            <a:ext cx="10363200" cy="1500187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B8CA092-8349-4123-846C-76512F418700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E994447-D6B2-43BB-A877-57F1A267B999}" type="datetime1">
              <a:t>7/27/2026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04E808-AD3C-4B48-965D-94A710BC433A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2F094FA-2EE8-41A8-87B4-B1EDF94585B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41DB31D2-2A87-4F4C-A9AD-05C6CC2B321D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C69DCC2-6499-4D25-B42E-5F23961BFD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FB1557CB-B712-493A-83FE-2E585EC9DF60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609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51E0E836-99D7-4DB9-A930-C2246A6D2984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97600" y="1600203"/>
            <a:ext cx="5384800" cy="452596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800"/>
            </a:lvl1pPr>
            <a:lvl2pPr>
              <a:buNone/>
              <a:defRPr sz="2400"/>
            </a:lvl2pPr>
            <a:lvl3pPr>
              <a:buNone/>
              <a:defRPr sz="2000"/>
            </a:lvl3pPr>
            <a:lvl4pPr>
              <a:buNone/>
              <a:defRPr sz="1800"/>
            </a:lvl4pPr>
            <a:lvl5pPr>
              <a:buNone/>
              <a:defRPr sz="1800"/>
            </a:lvl5pPr>
            <a:lvl6pPr>
              <a:buNone/>
              <a:defRPr sz="1800"/>
            </a:lvl6pPr>
            <a:lvl7pPr>
              <a:buNone/>
              <a:defRPr sz="1800"/>
            </a:lvl7pPr>
            <a:lvl8pPr>
              <a:buNone/>
              <a:defRPr sz="1800"/>
            </a:lvl8pPr>
            <a:lvl9pPr>
              <a:buNone/>
              <a:defRPr sz="18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F5EC8C5-7DA9-4DDC-9A9E-CEC274B10D8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8920E16-BD35-483C-AA6B-346FC7E46DEA}" type="datetime1">
              <a:t>7/27/2026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6DCF08-FADB-4E47-8950-3BD8A7149083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A30BC13-B3F2-44E3-8FC2-8C62C623BBA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1FC16D9-1635-4844-816A-0A8A2160FADA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0792F1F1-AF6D-4C80-83A9-99CFA673E87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CD93881-4C0C-4B7F-842A-D5BEA76448B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535113"/>
            <a:ext cx="5386917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58A5F07-AEA6-49B0-BB1B-B62B00E3F5FE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09600" y="2174875"/>
            <a:ext cx="5386917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28F5EC63-5647-4A53-BEE1-38302C7BFD2F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93369" y="1535113"/>
            <a:ext cx="5389033" cy="63976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C2097F2-A2AD-48F3-A60C-ADF2E7138813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93369" y="2174875"/>
            <a:ext cx="5389033" cy="3951288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2400"/>
            </a:lvl1pPr>
            <a:lvl2pPr>
              <a:buNone/>
              <a:defRPr sz="2000"/>
            </a:lvl2pPr>
            <a:lvl3pPr>
              <a:buNone/>
              <a:defRPr sz="1800"/>
            </a:lvl3pPr>
            <a:lvl4pPr>
              <a:buNone/>
              <a:defRPr sz="1600"/>
            </a:lvl4pPr>
            <a:lvl5pPr>
              <a:buNone/>
              <a:defRPr sz="1600"/>
            </a:lvl5pPr>
            <a:lvl6pPr>
              <a:buNone/>
              <a:defRPr sz="1600"/>
            </a:lvl6pPr>
            <a:lvl7pPr>
              <a:buNone/>
              <a:defRPr sz="1600"/>
            </a:lvl7pPr>
            <a:lvl8pPr>
              <a:buNone/>
              <a:defRPr sz="1600"/>
            </a:lvl8pPr>
            <a:lvl9pPr>
              <a:buNone/>
              <a:defRPr sz="16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7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F4BA7F5-FF4C-41C2-AB9C-B6C13D176544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EAC6F8-5103-4FC0-A69E-5C6AE6469DA8}" type="datetime1">
              <a:t>7/27/2026</a:t>
            </a:fld>
            <a:endParaRPr/>
          </a:p>
        </p:txBody>
      </p:sp>
      <p:sp>
        <p:nvSpPr>
          <p:cNvPr id="8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042E3CB-2BA7-400A-9CBD-C85B24D7D6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9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DCACB0C5-C0D2-42AE-8423-90EB4DF9FF93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71C4100A-98DE-4944-910A-A93F5CA9F724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2B61073A-F4B3-4C54-BEE8-DD0F989553A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3EB3E6-EDB5-4C61-9CE6-7EC061B2440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60C6921-0627-4C8F-83D5-0CF936D2FFDD}" type="datetime1">
              <a:t>7/27/2026</a:t>
            </a:fld>
            <a:endParaRPr/>
          </a:p>
        </p:txBody>
      </p:sp>
      <p:sp>
        <p:nvSpPr>
          <p:cNvPr id="4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74A9A2FA-AF9C-4105-866E-FC110E80107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5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25ADC2-935D-4B33-A029-899F1A3B09F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6A63342B-5A73-45DC-864D-086DE78037EF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0CCF20E-B24E-450E-994A-D53C2D31146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FF08AD7-8103-40F8-983C-E2BA6BB9CBE0}" type="datetime1">
              <a:t>7/27/2026</a:t>
            </a:fld>
            <a:endParaRPr/>
          </a:p>
        </p:txBody>
      </p:sp>
      <p:sp>
        <p:nvSpPr>
          <p:cNvPr id="3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0E9E07D-5093-4ADA-BFC2-D5AADDCA16A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4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9A63661B-3AA8-4DE1-8350-2D87045DA39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B635AFB3-1ACD-44AC-8702-86B1729DF035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3D0A729-9D1D-4B2E-ADF2-CCF079B5F6C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2" y="273050"/>
            <a:ext cx="4011084" cy="1162050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974C7CCA-FF8F-4E28-A0A6-53A802A5AF0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4766733" y="273053"/>
            <a:ext cx="6815667" cy="5853113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0E26077D-FC6F-4F9A-8583-74936445265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09602" y="1435103"/>
            <a:ext cx="4011084" cy="4691063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42F71B95-224E-42B8-B86E-FA0C05706FF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DF8C06B4-9380-4A4D-AF49-A3596E17DAF5}" type="datetime1">
              <a:t>7/27/2026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C1B4288-3166-4DDE-8DFA-3765D5A681A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8317ED6-FFB0-4A01-98EA-AC9ABC621AC9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CF15F3-5E77-4C57-9E21-50D6D1D6C022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6EBB1B30-89D3-4BBE-B7E9-65E79272E4FE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2389717" y="4800600"/>
            <a:ext cx="7315200" cy="566738"/>
          </a:xfrm>
        </p:spPr>
        <p:txBody>
          <a:bodyPr xmlns:a="http://schemas.openxmlformats.org/drawingml/2006/main" anchor="b"/>
          <a:lstStyle xmlns:a="http://schemas.openxmlformats.org/drawingml/2006/main">
            <a:lvl1pPr algn="l">
              <a:buNone/>
              <a:defRPr sz="2000" b="1"/>
            </a:lvl1pPr>
          </a:lstStyle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36EAA4D-2577-49C5-B0BB-55C58D9E6C92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2389717" y="612775"/>
            <a:ext cx="7315200" cy="4114800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3B37A71B-401C-440B-A841-88FE1D68B7B5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2389717" y="5367338"/>
            <a:ext cx="7315200" cy="804862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98128E04-4FD6-4FA5-833C-1E1214032A33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EF7FDEF1-C582-4E22-9E77-D68326471F28}" type="datetime1">
              <a:t>7/27/2026</a:t>
            </a:fld>
            <a:endParaRPr/>
          </a:p>
        </p:txBody>
      </p:sp>
      <p:sp>
        <p:nvSpPr>
          <p:cNvPr id="6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5EF6E55-6C68-4731-BF44-5E3A3139670B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7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6DF36FB0-3F10-493C-97F3-DBFD7E107EE4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1242169A-B3C7-4FB6-967F-AF95F4EB3315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D5601D2-33B1-490F-B948-7E8C69B27DA6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681D4A62-6FC0-4B23-A56B-3635E174E285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0758B0B1-1B0F-4F64-9560-CF67EF90E55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053C3A68-6922-42D3-8905-ECC2D82A3469}" type="datetime1">
              <a:t>7/27/2026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2B0A9F3-2E86-43DA-9641-BC4197400F3C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B77AA70-DBA7-40B8-B77D-F16EDB7EFF2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94FDD027-5576-4F27-AAB6-1D994836EE78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0F34DA62-E5A6-4BFC-AC70-A2070DEAC63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839200" y="274641"/>
            <a:ext cx="27432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8EC08A4A-FE5A-4980-9347-C494D2170BB8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274641"/>
            <a:ext cx="8026400" cy="5851525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562E0239-9972-4B8B-B8A3-5AB4E9333BD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CB69E9F4-7604-4950-A8B2-8ACDEDB1506E}" type="datetime1">
              <a:t>7/27/2026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68E806C1-FBB0-4BE0-90EA-2A36B6E66958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620D188-E33B-4B0B-9EBA-CAA613575A2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>
            <a:lvl1pPr>
              <a:buNone/>
              <a:defRPr/>
            </a:lvl1pPr>
          </a:lstStyle>
          <a:p xmlns:a="http://schemas.openxmlformats.org/drawingml/2006/main">
            <a:fld id="{2957CE61-8714-431B-A40A-01B1C5541AB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ae6adf4d0f34963" /><Relationship Type="http://schemas.openxmlformats.org/officeDocument/2006/relationships/slideLayout" Target="/ppt/slideLayouts/slideLayout1.xml" Id="R59ded053cca849a5" /><Relationship Type="http://schemas.openxmlformats.org/officeDocument/2006/relationships/slideLayout" Target="/ppt/slideLayouts/slideLayout2.xml" Id="Rda611aa2647c4959" /><Relationship Type="http://schemas.openxmlformats.org/officeDocument/2006/relationships/slideLayout" Target="/ppt/slideLayouts/slideLayout3.xml" Id="R87e01204ffab4ebd" /><Relationship Type="http://schemas.openxmlformats.org/officeDocument/2006/relationships/slideLayout" Target="/ppt/slideLayouts/slideLayout4.xml" Id="R9a8238f92be94ed2" /><Relationship Type="http://schemas.openxmlformats.org/officeDocument/2006/relationships/slideLayout" Target="/ppt/slideLayouts/slideLayout5.xml" Id="R6ea76c7a2d564628" /><Relationship Type="http://schemas.openxmlformats.org/officeDocument/2006/relationships/slideLayout" Target="/ppt/slideLayouts/slideLayout6.xml" Id="R5b4e4f8187994d46" /><Relationship Type="http://schemas.openxmlformats.org/officeDocument/2006/relationships/slideLayout" Target="/ppt/slideLayouts/slideLayout7.xml" Id="R8efc3adbf88e4f43" /><Relationship Type="http://schemas.openxmlformats.org/officeDocument/2006/relationships/slideLayout" Target="/ppt/slideLayouts/slideLayout8.xml" Id="R445750576f7c4373" /><Relationship Type="http://schemas.openxmlformats.org/officeDocument/2006/relationships/slideLayout" Target="/ppt/slideLayouts/slideLayout9.xml" Id="R22ce43a486064d5d" /><Relationship Type="http://schemas.openxmlformats.org/officeDocument/2006/relationships/slideLayout" Target="/ppt/slideLayouts/slideLayout10.xml" Id="R5dc215d22a414423" /><Relationship Type="http://schemas.openxmlformats.org/officeDocument/2006/relationships/slideLayout" Target="/ppt/slideLayouts/slideLayout11.xml" Id="Rbbafd9ef76e5429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6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ECB3D9C-5176-4A50-AB77-0DF551AACB1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09600" y="-47625"/>
            <a:ext cx="109728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title style</a:t>
            </a:r>
          </a:p>
        </p:txBody>
      </p:sp>
      <p:sp>
        <p:nvSpPr>
          <p:cNvPr id="1027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5B0C118A-8D99-484B-8A76-55E1BE37C2E1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09600" y="1095375"/>
            <a:ext cx="10972800" cy="503078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FA06C7F-1219-4FB9-AD7B-72B546BB9BC1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09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780A9602-A9A9-453F-AEF1-37B5837E02CD}" type="datetime1">
              <a:t>7/27/2026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BBFC46D-50F2-47D9-A401-64ED642E96C0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165600" y="6356353"/>
            <a:ext cx="3860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spcBef>
                <a:spcPts val="0"/>
              </a:spcBef>
              <a:spcAft>
                <a:spcPts val="0"/>
              </a:spcAft>
              <a:buNone/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pPr>
              <a:buNone/>
            </a:pPr>
            <a:r>
              <a:t>@SIH Idea submission- Template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4C89354-A1E0-4297-ACE2-3571E04FF678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737600" y="6356353"/>
            <a:ext cx="284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wrap="square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rgbClr val="898989"/>
                </a:solidFill>
                <a:latin typeface="TradeGothic"/>
                <a:ea typeface="TradeGothic"/>
                <a:cs typeface="TradeGothic"/>
              </a:defRPr>
            </a:lvl1pPr>
          </a:lstStyle>
          <a:p xmlns:a="http://schemas.openxmlformats.org/drawingml/2006/main">
            <a:fld id="{1411BA53-830D-4830-BB65-E58DBE17D0B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9ded053cca849a5"/>
    <p:sldLayoutId xmlns:r="http://schemas.openxmlformats.org/officeDocument/2006/relationships" id="2147483650" r:id="Rda611aa2647c4959"/>
    <p:sldLayoutId xmlns:r="http://schemas.openxmlformats.org/officeDocument/2006/relationships" id="2147483651" r:id="R87e01204ffab4ebd"/>
    <p:sldLayoutId xmlns:r="http://schemas.openxmlformats.org/officeDocument/2006/relationships" id="2147483652" r:id="R9a8238f92be94ed2"/>
    <p:sldLayoutId xmlns:r="http://schemas.openxmlformats.org/officeDocument/2006/relationships" id="2147483653" r:id="R6ea76c7a2d564628"/>
    <p:sldLayoutId xmlns:r="http://schemas.openxmlformats.org/officeDocument/2006/relationships" id="2147483654" r:id="R5b4e4f8187994d46"/>
    <p:sldLayoutId xmlns:r="http://schemas.openxmlformats.org/officeDocument/2006/relationships" id="2147483655" r:id="R8efc3adbf88e4f43"/>
    <p:sldLayoutId xmlns:r="http://schemas.openxmlformats.org/officeDocument/2006/relationships" id="2147483656" r:id="R445750576f7c4373"/>
    <p:sldLayoutId xmlns:r="http://schemas.openxmlformats.org/officeDocument/2006/relationships" id="2147483657" r:id="R22ce43a486064d5d"/>
    <p:sldLayoutId xmlns:r="http://schemas.openxmlformats.org/officeDocument/2006/relationships" id="2147483658" r:id="R5dc215d22a414423"/>
    <p:sldLayoutId xmlns:r="http://schemas.openxmlformats.org/officeDocument/2006/relationships" id="2147483659" r:id="Rbbafd9ef76e5429e"/>
  </p:sldLayoutIdLst>
  <p:hf hdr="0" dt="0"/>
  <p:txStyles>
    <p:titleStyle>
      <a:lvl1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4572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6pPr>
      <a:lvl7pPr xmlns:a="http://schemas.openxmlformats.org/drawingml/2006/main" marL="9144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7pPr>
      <a:lvl8pPr xmlns:a="http://schemas.openxmlformats.org/drawingml/2006/main" marL="13716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8pPr>
      <a:lvl9pPr xmlns:a="http://schemas.openxmlformats.org/drawingml/2006/main" marL="1828800" algn="ctr" defTabSz="457200">
        <a:spcBef>
          <a:spcPct val="0"/>
        </a:spcBef>
        <a:spcAft>
          <a:spcPct val="0"/>
        </a:spcAft>
        <a:buNone/>
        <a:defRPr sz="4400">
          <a:solidFill>
            <a:schemeClr val="tx1"/>
          </a:solidFill>
          <a:latin typeface="TradeGothic"/>
          <a:ea typeface="TradeGothic"/>
          <a:cs typeface="TradeGothic"/>
        </a:defRPr>
      </a:lvl9pPr>
    </p:titleStyle>
    <p:bodyStyle>
      <a:lvl1pPr xmlns:a="http://schemas.openxmlformats.org/drawingml/2006/main" marL="342900" indent="-342900" algn="l" defTabSz="457200">
        <a:spcBef>
          <a:spcPct val="20000"/>
        </a:spcBef>
        <a:spcAft>
          <a:spcPct val="0"/>
        </a:spcAft>
        <a:buFont typeface="Arial"/>
        <a:buChar char="•"/>
        <a:defRPr sz="3200" kern="1200">
          <a:solidFill>
            <a:schemeClr val="tx1"/>
          </a:solidFill>
          <a:latin typeface="TradeGothic"/>
          <a:ea typeface="TradeGothic"/>
          <a:cs typeface="TradeGothic"/>
        </a:defRPr>
      </a:lvl1pPr>
      <a:lvl2pPr xmlns:a="http://schemas.openxmlformats.org/drawingml/2006/main" marL="742950" indent="-285750" algn="l" defTabSz="457200">
        <a:spcBef>
          <a:spcPct val="20000"/>
        </a:spcBef>
        <a:spcAft>
          <a:spcPct val="0"/>
        </a:spcAft>
        <a:buFont typeface="Arial"/>
        <a:buChar char="–"/>
        <a:defRPr sz="2800" kern="1200">
          <a:solidFill>
            <a:schemeClr val="tx1"/>
          </a:solidFill>
          <a:latin typeface="TradeGothic"/>
          <a:ea typeface="TradeGothic"/>
          <a:cs typeface="TradeGothic"/>
        </a:defRPr>
      </a:lvl2pPr>
      <a:lvl3pPr xmlns:a="http://schemas.openxmlformats.org/drawingml/2006/main" marL="1143000" indent="-228600" algn="l" defTabSz="457200">
        <a:spcBef>
          <a:spcPct val="20000"/>
        </a:spcBef>
        <a:spcAft>
          <a:spcPct val="0"/>
        </a:spcAft>
        <a:buFont typeface="Arial"/>
        <a:buChar char="•"/>
        <a:defRPr sz="2400" kern="1200">
          <a:solidFill>
            <a:schemeClr val="tx1"/>
          </a:solidFill>
          <a:latin typeface="TradeGothic"/>
          <a:ea typeface="TradeGothic"/>
          <a:cs typeface="TradeGothic"/>
        </a:defRPr>
      </a:lvl3pPr>
      <a:lvl4pPr xmlns:a="http://schemas.openxmlformats.org/drawingml/2006/main" marL="1600200" indent="-228600" algn="l" defTabSz="457200">
        <a:spcBef>
          <a:spcPct val="20000"/>
        </a:spcBef>
        <a:spcAft>
          <a:spcPct val="0"/>
        </a:spcAft>
        <a:buFont typeface="Arial"/>
        <a:buChar char="–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4pPr>
      <a:lvl5pPr xmlns:a="http://schemas.openxmlformats.org/drawingml/2006/main" marL="2057400" indent="-228600" algn="l" defTabSz="457200">
        <a:spcBef>
          <a:spcPct val="20000"/>
        </a:spcBef>
        <a:spcAft>
          <a:spcPct val="0"/>
        </a:spcAft>
        <a:buFont typeface="Arial"/>
        <a:buChar char="»"/>
        <a:defRPr sz="2000" kern="1200">
          <a:solidFill>
            <a:schemeClr val="tx1"/>
          </a:solidFill>
          <a:latin typeface="TradeGothic"/>
          <a:ea typeface="TradeGothic"/>
          <a:cs typeface="TradeGothic"/>
        </a:defRPr>
      </a:lvl5pPr>
      <a:lvl6pPr xmlns:a="http://schemas.openxmlformats.org/drawingml/2006/main" marL="25146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4572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4572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a150b1c78445b1" /><Relationship Type="http://schemas.openxmlformats.org/officeDocument/2006/relationships/image" Target="/ppt/media/image.png" Id="R82e4c937a8734a25" /><Relationship Type="http://schemas.openxmlformats.org/officeDocument/2006/relationships/notesSlide" Target="/ppt/notesSlides/notesSlide1.xml" Id="R0c2dd0c6aab040f5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57c9b8c7b404a0c" /><Relationship Type="http://schemas.openxmlformats.org/officeDocument/2006/relationships/notesSlide" Target="/ppt/notesSlides/notesSlide2.xml" Id="R3f9ef075057f4ba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567f161fa6c4538" /><Relationship Type="http://schemas.openxmlformats.org/officeDocument/2006/relationships/notesSlide" Target="/ppt/notesSlides/notesSlide3.xml" Id="R61954f9d60674ca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eef991dda434c30" /><Relationship Type="http://schemas.openxmlformats.org/officeDocument/2006/relationships/notesSlide" Target="/ppt/notesSlides/notesSlide4.xml" Id="R0715cc23b0a5462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1019efa60a48fb" /><Relationship Type="http://schemas.openxmlformats.org/officeDocument/2006/relationships/notesSlide" Target="/ppt/notesSlides/notesSlide5.xml" Id="R259448225583405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Subtitle 3">
            <a:extLst xmlns:a="http://schemas.openxmlformats.org/drawingml/2006/main">
              <a:ext uri="{FF2B5EF4-FFF2-40B4-BE49-F238E27FC236}">
                <a16:creationId xmlns:a16="http://schemas.microsoft.com/office/drawing/2014/main" id="{2AF111ED-9CF8-4A38-BC2F-8F60F561D77B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2963390" y="2340682"/>
            <a:ext cx="6701903" cy="1282736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  <a:p xmlns:a="http://schemas.openxmlformats.org/drawingml/2006/main">
            <a:r>
              <a:rPr b="1">
                <a:solidFill>
                  <a:schemeClr val="tx1"/>
                </a:solidFill>
                <a:latin typeface="Times New Roman"/>
                <a:ea typeface="Times New Roman"/>
                <a:cs typeface="Times New Roman"/>
              </a:rPr>
              <a:t>StreakLabs: AI-Powered Learning Platform</a:t>
            </a:r>
            <a:endParaRPr b="1">
              <a:solidFill>
                <a:schemeClr val="tx1"/>
              </a:solidFill>
              <a:latin typeface="Times New Roman"/>
              <a:ea typeface="Times New Roman"/>
              <a:cs typeface="Times New Roman"/>
            </a:endParaRPr>
          </a:p>
        </p:txBody>
      </p:sp>
      <p:sp>
        <p:nvSpPr>
          <p:cNvPr id="8" name="Title 7">
            <a:extLst xmlns:a="http://schemas.openxmlformats.org/drawingml/2006/main">
              <a:ext uri="{FF2B5EF4-FFF2-40B4-BE49-F238E27FC236}">
                <a16:creationId xmlns:a16="http://schemas.microsoft.com/office/drawing/2014/main" id="{E6CE4E97-0721-453F-8D0E-080D19B59F7A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2279728" y="1488509"/>
            <a:ext cx="8043592" cy="1296554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sz="4000" b="1">
                <a:solidFill>
                  <a:schemeClr val="tx2"/>
                </a:solidFill>
                <a:latin typeface="Garamond"/>
                <a:ea typeface="Garamond"/>
                <a:cs typeface="Garamond"/>
              </a:rPr>
              <a:t>MINI PROJECT REPORT</a:t>
            </a:r>
            <a:endParaRPr sz="4000" b="1">
              <a:solidFill>
                <a:schemeClr val="tx2"/>
              </a:solidFill>
              <a:latin typeface="Garamond"/>
              <a:ea typeface="Garamond"/>
              <a:cs typeface="Garamond"/>
            </a:endParaRPr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3D0998E6-9ADD-4D02-A9A2-84CC404AD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4938" y="4153256"/>
            <a:ext cx="523875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b="1"/>
              <a:t>Student names - [Add team member names]</a:t>
            </a:r>
          </a:p>
        </p:txBody>
      </p:sp>
      <p:sp>
        <p:nvSpPr>
          <p:cNvPr id="3" name="AutoShape 2">
            <a:extLst xmlns:a="http://schemas.openxmlformats.org/drawingml/2006/main">
              <a:ext uri="{FF2B5EF4-FFF2-40B4-BE49-F238E27FC236}">
                <a16:creationId xmlns:a16="http://schemas.microsoft.com/office/drawing/2014/main" id="{F9EC1DD4-C41C-40F2-9526-855F5137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575" y="-144463"/>
            <a:ext cx="304800" cy="304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AutoShape 4">
            <a:extLst xmlns:a="http://schemas.openxmlformats.org/drawingml/2006/main">
              <a:ext uri="{FF2B5EF4-FFF2-40B4-BE49-F238E27FC236}">
                <a16:creationId xmlns:a16="http://schemas.microsoft.com/office/drawing/2014/main" id="{1FE4594C-BB12-4FA9-B7B5-A6A5218FB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975" y="7937"/>
            <a:ext cx="304800" cy="304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AutoShape 6">
            <a:extLst xmlns:a="http://schemas.openxmlformats.org/drawingml/2006/main">
              <a:ext uri="{FF2B5EF4-FFF2-40B4-BE49-F238E27FC236}">
                <a16:creationId xmlns:a16="http://schemas.microsoft.com/office/drawing/2014/main" id="{0A645271-AF50-4100-97E5-6E36F12B2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375" y="160337"/>
            <a:ext cx="304800" cy="304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AutoShape 10">
            <a:extLst xmlns:a="http://schemas.openxmlformats.org/drawingml/2006/main">
              <a:ext uri="{FF2B5EF4-FFF2-40B4-BE49-F238E27FC236}">
                <a16:creationId xmlns:a16="http://schemas.microsoft.com/office/drawing/2014/main" id="{C64942DD-42FC-41BD-A0AC-8F3725B776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175" y="465137"/>
            <a:ext cx="304800" cy="304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AutoShape 12">
            <a:extLst xmlns:a="http://schemas.openxmlformats.org/drawingml/2006/main">
              <a:ext uri="{FF2B5EF4-FFF2-40B4-BE49-F238E27FC236}">
                <a16:creationId xmlns:a16="http://schemas.microsoft.com/office/drawing/2014/main" id="{36A9D3DA-D414-40E5-A897-F4FC62FFB7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7575" y="617537"/>
            <a:ext cx="304800" cy="30480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Subtitle 3">
            <a:extLst xmlns:a="http://schemas.openxmlformats.org/drawingml/2006/main">
              <a:ext uri="{FF2B5EF4-FFF2-40B4-BE49-F238E27FC236}">
                <a16:creationId xmlns:a16="http://schemas.microsoft.com/office/drawing/2014/main" id="{AB59ADA2-DB79-4740-BCB7-6B9F589BB9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93321" y="388937"/>
            <a:ext cx="7763933" cy="484453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vert="horz" wrap="square" lIns="91440" tIns="45720" rIns="91440" bIns="45720" anchor="t"/>
          <a:lstStyle xmlns:a="http://schemas.openxmlformats.org/drawingml/2006/main">
            <a:lvl1pPr marL="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1pPr>
            <a:lvl2pPr marL="4572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8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2pPr>
            <a:lvl3pPr marL="9144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3pPr>
            <a:lvl4pPr marL="13716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4pPr>
            <a:lvl5pPr marL="1828800" indent="0" algn="ctr" defTabSz="457200">
              <a:spcBef>
                <a:spcPct val="20000"/>
              </a:spcBef>
              <a:spcAft>
                <a:spcPct val="0"/>
              </a:spcAft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TradeGothic"/>
                <a:ea typeface="TradeGothic"/>
                <a:cs typeface="TradeGothic"/>
              </a:defRPr>
            </a:lvl5pPr>
            <a:lvl6pPr marL="22860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457200">
              <a:spcBef>
                <a:spcPct val="20000"/>
              </a:spcBef>
              <a:buFont typeface="Arial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r>
              <a:rPr sz="20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                </a:t>
            </a:r>
            <a:r>
              <a:rPr sz="3600" b="1">
                <a:solidFill>
                  <a:srgbClr val="FF0000"/>
                </a:solidFill>
                <a:latin typeface="Times New Roman"/>
                <a:ea typeface="Times New Roman"/>
                <a:cs typeface="Times New Roman"/>
              </a:rPr>
              <a:t>Department of IT, MIET, Meerut</a:t>
            </a:r>
          </a:p>
          <a:p xmlns:a="http://schemas.openxmlformats.org/drawingml/2006/main">
            <a:endParaRPr sz="2000" b="1">
              <a:solidFill>
                <a:srgbClr val="FF0000"/>
              </a:solidFill>
              <a:latin typeface="Times New Roman"/>
              <a:ea typeface="Times New Roman"/>
              <a:cs typeface="Times New Roman"/>
            </a:endParaRPr>
          </a:p>
        </p:txBody>
      </p:sp>
      <p:pic>
        <p:nvPicPr>
          <p:cNvPr id="9" name="Image 1">
            <a:extLst xmlns:a="http://schemas.openxmlformats.org/drawingml/2006/main">
              <a:ext uri="{FF2B5EF4-FFF2-40B4-BE49-F238E27FC236}">
                <a16:creationId xmlns:a16="http://schemas.microsoft.com/office/drawing/2014/main" id="{47EF2162-CFEB-4816-A278-7A1D1202C1B4}"/>
              </a:ext>
            </a:extLst>
          </p:cNvPr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2e4c937a8734a2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00436" y="79375"/>
            <a:ext cx="1188085" cy="6191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568249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361" name="Title 1">
            <a:extLst xmlns:a="http://schemas.openxmlformats.org/drawingml/2006/main">
              <a:ext uri="{FF2B5EF4-FFF2-40B4-BE49-F238E27FC236}">
                <a16:creationId xmlns:a16="http://schemas.microsoft.com/office/drawing/2014/main" id="{507B3C0C-0E50-423B-AB87-ACED0D539442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82998" y="0"/>
            <a:ext cx="10972800" cy="11430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br>
              <a:rPr sz="3600" b="1">
                <a:latin typeface="Times New Roman"/>
                <a:ea typeface="Times New Roman"/>
                <a:cs typeface="Times New Roman"/>
              </a:rPr>
            </a:br>
            <a:r>
              <a:rPr sz="3600" b="1">
                <a:latin typeface="Times New Roman"/>
                <a:ea typeface="Times New Roman"/>
                <a:cs typeface="Times New Roman"/>
              </a:rPr>
              <a:t>StreakLabs</a:t>
            </a:r>
          </a:p>
        </p:txBody>
      </p:sp>
      <p:sp>
        <p:nvSpPr>
          <p:cNvPr id="15362" name="TextBox 8">
            <a:extLst xmlns:a="http://schemas.openxmlformats.org/drawingml/2006/main">
              <a:ext uri="{FF2B5EF4-FFF2-40B4-BE49-F238E27FC236}">
                <a16:creationId xmlns:a16="http://schemas.microsoft.com/office/drawing/2014/main" id="{68FE1208-3212-47E1-BD51-D036C41CF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" y="2064921"/>
            <a:ext cx="12191999" cy="2895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>
              <a:buFont typeface="Wingdings"/>
              <a:buChar char="v"/>
            </a:pPr>
            <a:r>
              <a:rPr sz="3200" b="1" u="sng">
                <a:solidFill>
                  <a:schemeClr val="tx2"/>
                </a:solidFill>
                <a:latin typeface="Arial"/>
                <a:ea typeface="Arial"/>
                <a:cs typeface="Arial"/>
              </a:rPr>
              <a:t>The StreakLabs solution</a:t>
            </a:r>
            <a:endParaRPr sz="32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>
              <a:buFont typeface="Arial"/>
              <a:buChar char="•"/>
            </a:pPr>
            <a:endParaRPr sz="2000" u="sng">
              <a:solidFill>
                <a:schemeClr val="tx2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Start with any topic or upload class notes to begin a guided lesson.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 </a:t>
            </a:r>
            <a:r>
              <a:rPr sz="2800">
                <a:latin typeface="Arial"/>
                <a:ea typeface="Arial"/>
                <a:cs typeface="Arial"/>
              </a:rPr>
              <a:t>Ask follow-up questions with an AI tutor using the lesson or your notes.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Create roadmaps, mind maps, cheat sheets and practice; plan study and track active time.</a:t>
            </a:r>
            <a:r>
              <a:rPr sz="2800">
                <a:latin typeface="Arial"/>
                <a:ea typeface="Arial"/>
                <a:cs typeface="Arial"/>
              </a:rPr>
              <a:t> 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C4A4E116-2C8B-41A1-9B34-3593ECEB98B1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2</a:t>
            </a:fld>
            <a:endParaRPr b="1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83684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1347FD77-0982-4F8E-B67C-95DCD04F1C7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TECHNICAL APPROACH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A7A02F44-D552-4BA9-9109-86915145C8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533653"/>
            <a:ext cx="9385300" cy="265176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Frontend: React, JavaScript and Vite; backend: Node.js and Express REST API</a:t>
            </a:r>
          </a:p>
          <a:p xmlns:a="http://schemas.openxmlformats.org/drawingml/2006/main">
            <a:pPr marL="342900" indent="-342900" algn="just">
              <a:buFont typeface="Arial"/>
              <a:buChar char="•"/>
            </a:pPr>
            <a:r>
              <a:rPr sz="2800">
                <a:latin typeface="Arial"/>
                <a:ea typeface="Arial"/>
                <a:cs typeface="Arial"/>
              </a:rPr>
              <a:t>Data and sign-in: Supabase Auth and Postgres with Row Level Security. Flow: topic or notes → AI lesson → tutor questions; study sessions update the streak matrix.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5F6F8780-0ECD-4192-B537-82E79D9E6B9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677C3CE7-23F7-4828-823C-E0205DF2CF97}" type="slidenum">
              <a:rPr b="1">
                <a:solidFill>
                  <a:schemeClr val="bg1"/>
                </a:solidFill>
              </a:rPr>
              <a:t>3</a:t>
            </a:fld>
            <a:endParaRPr b="1">
              <a:solidFill>
                <a:schemeClr val="bg1"/>
              </a:solidFill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9C366241-7BBA-4B72-BAB5-3B54600374D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>
                <a:solidFill>
                  <a:schemeClr val="bg1"/>
                </a:solidFill>
              </a:rPr>
              <a:t>@SIH Idea submission- Template</a:t>
            </a:r>
            <a:endParaRPr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14156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DA14173F-8489-4EC4-8A76-47A9C7EA62C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IMPACT AND BENEFITS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CD3F162F-A05C-40A7-A4EE-05627F2A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95500"/>
            <a:ext cx="9385300" cy="18059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>
            <a:spAutoFit/>
          </a:bodyPr>
          <a:lstStyle xmlns:a="http://schemas.openxmlformats.org/drawingml/2006/main">
            <a:defPPr>
              <a:defRPr sz="2250"/>
            </a:defPPr>
          </a:lstStyle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250" b="0" i="0" u="none" strike="noStrike" cap="none" spc="0" baseline="0">
                <a:ln>
                  <a:noFill/>
                </a:ln>
                <a:solidFill>
                  <a:prstClr val="black"/>
                </a:solidFill>
                <a:latin typeface="Arial"/>
                <a:ea typeface="Arial"/>
                <a:cs typeface="Arial"/>
              </a:rPr>
              <a:t>Target users: students learning school, college or personal-interest topics.</a:t>
            </a: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2250">
                <a:solidFill>
                  <a:prstClr val="black"/>
                </a:solidFill>
                <a:latin typeface="Arial"/>
                <a:ea typeface="Arial"/>
                <a:cs typeface="Arial"/>
              </a:rPr>
              <a:t>Potential benefits: organized study materials, lessons based on personal notes, useful revision aids, a weekly plan and visible study consistency.</a:t>
            </a: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F2D866B9-BE0C-4CF0-B0B5-4C61C37ED78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4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  <p:sp>
        <p:nvSpPr>
          <p:cNvPr id="7" name="Footer Placeholder 6">
            <a:extLst xmlns:a="http://schemas.openxmlformats.org/drawingml/2006/main">
              <a:ext uri="{FF2B5EF4-FFF2-40B4-BE49-F238E27FC236}">
                <a16:creationId xmlns:a16="http://schemas.microsoft.com/office/drawing/2014/main" id="{70A32C75-1EE5-4D45-A6A2-0DA95DF5B1E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>
          <a:xfrm xmlns:a="http://schemas.openxmlformats.org/drawingml/2006/main">
            <a:off x="4648200" y="6356353"/>
            <a:ext cx="3204000" cy="3651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ctr" defTabSz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200" b="0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@SIH Idea submission- Template</a:t>
            </a:r>
            <a:endParaRPr sz="1200" b="0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</p:spTree>
    <p:extLst>
      <p:ext uri="{BB962C8B-B14F-4D97-AF65-F5344CB8AC3E}">
        <p14:creationId xmlns:p14="http://schemas.microsoft.com/office/powerpoint/2010/main" val="299714414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409" name="Title 1">
            <a:extLst xmlns:a="http://schemas.openxmlformats.org/drawingml/2006/main">
              <a:ext uri="{FF2B5EF4-FFF2-40B4-BE49-F238E27FC236}">
                <a16:creationId xmlns:a16="http://schemas.microsoft.com/office/drawing/2014/main" id="{F721EC90-8C36-4F80-B156-A821224778B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buNone/>
            </a:pPr>
            <a:r>
              <a:rPr sz="3600" b="1">
                <a:latin typeface="Times New Roman"/>
                <a:ea typeface="Times New Roman"/>
                <a:cs typeface="Times New Roman"/>
              </a:rPr>
              <a:t>REFERENCES</a:t>
            </a:r>
          </a:p>
        </p:txBody>
      </p:sp>
      <p:sp>
        <p:nvSpPr>
          <p:cNvPr id="17410" name="TextBox 8">
            <a:extLst xmlns:a="http://schemas.openxmlformats.org/drawingml/2006/main">
              <a:ext uri="{FF2B5EF4-FFF2-40B4-BE49-F238E27FC236}">
                <a16:creationId xmlns:a16="http://schemas.microsoft.com/office/drawing/2014/main" id="{D36FDD3C-85B9-4CDF-8311-FD3F58FC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09750"/>
            <a:ext cx="10668000" cy="157734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miter/>
          </a:ln>
        </p:spPr>
        <p:txBody>
          <a:bodyPr xmlns:a="http://schemas.openxmlformats.org/drawingml/2006/main" wrap="square" lIns="0" tIns="0" rIns="0" bIns="0">
            <a:spAutoFit/>
          </a:bodyPr>
          <a:lstStyle xmlns:a="http://schemas.openxmlformats.org/drawingml/2006/main">
            <a:defPPr>
              <a:defRPr sz="1725"/>
            </a:defPPr>
          </a:lstStyle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1725">
                <a:solidFill>
                  <a:prstClr val="black"/>
                </a:solidFill>
                <a:latin typeface="Arial"/>
                <a:ea typeface="Arial"/>
                <a:cs typeface="Arial"/>
              </a:rPr>
              <a:t>Official documentation</a:t>
            </a: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1725">
                <a:solidFill>
                  <a:prstClr val="black"/>
                </a:solidFill>
                <a:latin typeface="Arial"/>
                <a:ea typeface="Arial"/>
                <a:cs typeface="Arial"/>
              </a:rPr>
              <a:t>React — https://react.dev/learn</a:t>
            </a: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1725">
                <a:solidFill>
                  <a:prstClr val="black"/>
                </a:solidFill>
                <a:latin typeface="Arial"/>
                <a:ea typeface="Arial"/>
                <a:cs typeface="Arial"/>
              </a:rPr>
              <a:t>Vite — https://vite.dev/guide/</a:t>
            </a: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1725">
                <a:solidFill>
                  <a:prstClr val="black"/>
                </a:solidFill>
                <a:latin typeface="Arial"/>
                <a:ea typeface="Arial"/>
                <a:cs typeface="Arial"/>
              </a:rPr>
              <a:t>Express — https://expressjs.com/</a:t>
            </a: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1725">
                <a:solidFill>
                  <a:prstClr val="black"/>
                </a:solidFill>
                <a:latin typeface="Arial"/>
                <a:ea typeface="Arial"/>
                <a:cs typeface="Arial"/>
              </a:rPr>
              <a:t>Supabase Auth — https://supabase.com/docs/guides/auth</a:t>
            </a: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  <a:p xmlns:a="http://schemas.openxmlformats.org/drawingml/2006/main">
            <a:pPr marL="342900" marR="0" lvl="0" indent="-342900" algn="just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/>
              <a:buChar char="•"/>
            </a:pPr>
            <a:r>
              <a:rPr sz="1725">
                <a:solidFill>
                  <a:prstClr val="black"/>
                </a:solidFill>
                <a:latin typeface="Arial"/>
                <a:ea typeface="Arial"/>
                <a:cs typeface="Arial"/>
              </a:rPr>
              <a:t>Supabase Row Level Security — https://supabase.com/docs/guides/database/postgres/row-level-security</a:t>
            </a:r>
            <a:endParaRPr sz="2800" b="0" i="0" u="none" strike="noStrike" kern="1200" cap="none" spc="0" baseline="0">
              <a:ln>
                <a:noFill/>
              </a:ln>
              <a:solidFill>
                <a:prstClr val="black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29E05F12-3201-4BE2-9FC1-12DA5D923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marR="0" lvl="0" indent="0" algn="r" defTabSz="45720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fld id="{677C3CE7-23F7-4828-823C-E0205DF2CF97}" type="slidenum">
              <a:rPr sz="1200" b="1" i="0" u="none" strike="noStrike" cap="none" spc="0" baseline="0">
                <a:ln>
                  <a:noFill/>
                </a:ln>
                <a:solidFill>
                  <a:prstClr val="white"/>
                </a:solidFill>
                <a:latin typeface="TradeGothic"/>
                <a:ea typeface="TradeGothic"/>
                <a:cs typeface="TradeGothic"/>
              </a:rPr>
              <a:t>5</a:t>
            </a:fld>
            <a:endParaRPr sz="1200" b="1" i="0" u="none" strike="noStrike" kern="1200" cap="none" spc="0" baseline="0">
              <a:ln>
                <a:noFill/>
              </a:ln>
              <a:solidFill>
                <a:prstClr val="white"/>
              </a:solidFill>
              <a:latin typeface="TradeGothic"/>
              <a:ea typeface="TradeGothic"/>
              <a:cs typeface="TradeGothic"/>
            </a:endParaRPr>
          </a:p>
        </p:txBody>
      </p:sp>
    </p:spTree>
    <p:extLst>
      <p:ext uri="{BB962C8B-B14F-4D97-AF65-F5344CB8AC3E}">
        <p14:creationId xmlns:p14="http://schemas.microsoft.com/office/powerpoint/2010/main" val="3916788613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>
          <a:solidFill>
            <a:schemeClr val="phClr">
              <a:shade val="95000"/>
              <a:satMod val="105000"/>
            </a:schemeClr>
          </a:solidFill>
          <a:prstDash val="solid"/>
        </a:ln>
        <a:ln w="25400">
          <a:solidFill>
            <a:schemeClr val="phClr"/>
          </a:solidFill>
          <a:prstDash val="solid"/>
        </a:ln>
        <a:ln w="38100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2026-10-11T13:31:40.2090000Z</dcterms:created>
  <dcterms:modified xsi:type="dcterms:W3CDTF">2026-10-11T13:31:40.2120000Z</dcterms:modified>
</coreProperties>
</file>